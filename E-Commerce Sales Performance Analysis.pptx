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cap="all" dirty="0">
                <a:latin typeface="Aptos"/>
              </a:rPr>
              <a:t>E-COMMERCE SALES PERFORMANCE ANALYSIS USING POWER BI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23163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PURUSHOTTAM RAJ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NETAJI SUBHAS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MCA (IT)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E-commerce platforms generate large volumes of transactional data from sales, customers, and payment methods. However, many businesses struggle to extract meaningful insights from this data. Challenges include identifying top-performing products, understanding regional sales patterns, </a:t>
            </a:r>
            <a:r>
              <a:rPr lang="en-GB" sz="2400" dirty="0" err="1"/>
              <a:t>analyzing</a:t>
            </a:r>
            <a:r>
              <a:rPr lang="en-GB" sz="2400" dirty="0"/>
              <a:t> customer purchasing </a:t>
            </a:r>
            <a:r>
              <a:rPr lang="en-GB" sz="2400" dirty="0" err="1"/>
              <a:t>behavior</a:t>
            </a:r>
            <a:r>
              <a:rPr lang="en-GB" sz="2400" dirty="0"/>
              <a:t>, and improving profitability. Without proper data analysis, decision-makers cannot easily identify trends or optimize business strategies. Therefore, there is a need for a system that can </a:t>
            </a:r>
            <a:r>
              <a:rPr lang="en-GB" sz="2400" dirty="0" err="1"/>
              <a:t>analyze</a:t>
            </a:r>
            <a:r>
              <a:rPr lang="en-GB" sz="2400" dirty="0"/>
              <a:t> e-commerce sales data and present insights through interactive visualizations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6194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dirty="0"/>
              <a:t>The proposed system focuses on </a:t>
            </a:r>
            <a:r>
              <a:rPr lang="en-GB" sz="2400" dirty="0" err="1"/>
              <a:t>analyzing</a:t>
            </a:r>
            <a:r>
              <a:rPr lang="en-GB" sz="2400" dirty="0"/>
              <a:t> e-commerce sales data using Power BI to provide interactive insights.</a:t>
            </a:r>
          </a:p>
          <a:p>
            <a:r>
              <a:rPr lang="en-GB" sz="2400" dirty="0"/>
              <a:t>Data Collection: Sales, order, product category, and customer data from the dataset.</a:t>
            </a:r>
          </a:p>
          <a:p>
            <a:r>
              <a:rPr lang="en-GB" sz="2400" dirty="0"/>
              <a:t>Data </a:t>
            </a:r>
            <a:r>
              <a:rPr lang="en-GB" sz="2400" dirty="0" err="1"/>
              <a:t>Preprocessing</a:t>
            </a:r>
            <a:r>
              <a:rPr lang="en-GB" sz="2400" dirty="0"/>
              <a:t>: Cleaning the dataset, handling missing values, and formatting fields.</a:t>
            </a:r>
          </a:p>
          <a:p>
            <a:r>
              <a:rPr lang="en-GB" sz="2400" dirty="0"/>
              <a:t>Data Transformation: Creating calculated columns like Profit, AOV, and Shipping Days.</a:t>
            </a:r>
          </a:p>
          <a:p>
            <a:r>
              <a:rPr lang="en-GB" sz="2400" dirty="0"/>
              <a:t>Data Visualization: Building dashboards showing sales by state, profit by month, payment mode distribution, and product category performance.</a:t>
            </a:r>
          </a:p>
          <a:p>
            <a:r>
              <a:rPr lang="en-GB" sz="2400" dirty="0"/>
              <a:t>Deployment: Power BI dashboard used for business decision-making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IN" sz="2400" dirty="0"/>
              <a:t>System Requirements:</a:t>
            </a:r>
          </a:p>
          <a:p>
            <a:pPr marL="0" indent="0">
              <a:buNone/>
            </a:pPr>
            <a:r>
              <a:rPr lang="en-IN" sz="2400" dirty="0"/>
              <a:t>	• Computer/Laptop</a:t>
            </a:r>
          </a:p>
          <a:p>
            <a:pPr marL="0" indent="0">
              <a:buNone/>
            </a:pPr>
            <a:r>
              <a:rPr lang="en-IN" sz="2400" dirty="0"/>
              <a:t>	• Power BI Desktop</a:t>
            </a:r>
          </a:p>
          <a:p>
            <a:pPr marL="0" indent="0">
              <a:buNone/>
            </a:pPr>
            <a:r>
              <a:rPr lang="en-IN" sz="2400" dirty="0"/>
              <a:t>	• Dataset (Orders.csv, Details.csv)</a:t>
            </a:r>
          </a:p>
          <a:p>
            <a:endParaRPr lang="en-IN" sz="2400" dirty="0"/>
          </a:p>
          <a:p>
            <a:r>
              <a:rPr lang="en-IN" sz="2400" dirty="0"/>
              <a:t>Libraries / Tools Used:</a:t>
            </a:r>
          </a:p>
          <a:p>
            <a:pPr marL="0" indent="0">
              <a:buNone/>
            </a:pPr>
            <a:r>
              <a:rPr lang="en-IN" sz="2400" dirty="0"/>
              <a:t>	• Microsoft Power BI</a:t>
            </a:r>
          </a:p>
          <a:p>
            <a:pPr marL="0" indent="0">
              <a:buNone/>
            </a:pPr>
            <a:r>
              <a:rPr lang="en-IN" sz="2400" dirty="0"/>
              <a:t>	• Power Query for data cleaning</a:t>
            </a:r>
          </a:p>
          <a:p>
            <a:pPr marL="0" indent="0">
              <a:buNone/>
            </a:pPr>
            <a:r>
              <a:rPr lang="en-IN" sz="2400" dirty="0"/>
              <a:t>	• DAX (Data Analysis Expressions) for calculations</a:t>
            </a:r>
          </a:p>
          <a:p>
            <a:pPr marL="0" indent="0">
              <a:buNone/>
            </a:pPr>
            <a:r>
              <a:rPr lang="en-IN" sz="2400" dirty="0"/>
              <a:t>	• Excel/CSV datasets for input data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IN" sz="1700" b="1" dirty="0"/>
              <a:t>Algorithm Selection:</a:t>
            </a:r>
          </a:p>
          <a:p>
            <a:pPr marL="0" indent="0">
              <a:buNone/>
            </a:pPr>
            <a:r>
              <a:rPr lang="en-IN" sz="1600" dirty="0"/>
              <a:t>Instead of machine learning algorithms, the system uses Business Intelligence techniques to </a:t>
            </a:r>
            <a:r>
              <a:rPr lang="en-IN" sz="1600" dirty="0" err="1"/>
              <a:t>analyze</a:t>
            </a:r>
            <a:r>
              <a:rPr lang="en-IN" sz="1600" dirty="0"/>
              <a:t> sales trends and generate insights.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700" b="1" dirty="0"/>
              <a:t>Data Input:</a:t>
            </a:r>
          </a:p>
          <a:p>
            <a:pPr marL="0" indent="0">
              <a:buNone/>
            </a:pPr>
            <a:r>
              <a:rPr lang="en-IN" sz="1600" dirty="0"/>
              <a:t>	Order ID, Product Category, Quantity, Amount, Profit, State, Payment Mode.</a:t>
            </a:r>
          </a:p>
          <a:p>
            <a:endParaRPr lang="en-IN" sz="1600" dirty="0"/>
          </a:p>
          <a:p>
            <a:r>
              <a:rPr lang="en-IN" sz="1700" b="1" dirty="0"/>
              <a:t>Processing:</a:t>
            </a:r>
          </a:p>
          <a:p>
            <a:pPr marL="0" indent="0">
              <a:buNone/>
            </a:pPr>
            <a:r>
              <a:rPr lang="en-IN" sz="1600" dirty="0"/>
              <a:t>	• Data Cleaning using Power Query</a:t>
            </a:r>
          </a:p>
          <a:p>
            <a:pPr marL="0" indent="0">
              <a:buNone/>
            </a:pPr>
            <a:r>
              <a:rPr lang="en-IN" sz="1600" dirty="0"/>
              <a:t>	• Data </a:t>
            </a:r>
            <a:r>
              <a:rPr lang="en-IN" sz="1600" dirty="0" err="1"/>
              <a:t>Modeling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	• DAX Measures for KPIs</a:t>
            </a:r>
          </a:p>
          <a:p>
            <a:endParaRPr lang="en-IN" sz="1600" dirty="0"/>
          </a:p>
          <a:p>
            <a:r>
              <a:rPr lang="en-IN" sz="1700" b="1" dirty="0"/>
              <a:t>Deployment:</a:t>
            </a:r>
          </a:p>
          <a:p>
            <a:pPr marL="0" indent="0">
              <a:buNone/>
            </a:pPr>
            <a:r>
              <a:rPr lang="en-IN" sz="1600" dirty="0"/>
              <a:t>	Interactive Power BI dashboard for visualizing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35" y="1266030"/>
            <a:ext cx="3742255" cy="475363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GB" sz="2400" dirty="0"/>
              <a:t>The Power BI dashboard provides the following insights:</a:t>
            </a:r>
          </a:p>
          <a:p>
            <a:pPr marL="0" indent="0">
              <a:buNone/>
            </a:pPr>
            <a:r>
              <a:rPr lang="en-GB" sz="2400" dirty="0"/>
              <a:t>	• Total Sales Amount</a:t>
            </a:r>
          </a:p>
          <a:p>
            <a:pPr marL="0" indent="0">
              <a:buNone/>
            </a:pPr>
            <a:r>
              <a:rPr lang="en-GB" sz="2400" dirty="0"/>
              <a:t>	• Total Quantity Sold</a:t>
            </a:r>
          </a:p>
          <a:p>
            <a:pPr marL="0" indent="0">
              <a:buNone/>
            </a:pPr>
            <a:r>
              <a:rPr lang="en-GB" sz="2400" dirty="0"/>
              <a:t>	• Total Profit</a:t>
            </a:r>
          </a:p>
          <a:p>
            <a:pPr marL="0" indent="0">
              <a:buNone/>
            </a:pPr>
            <a:r>
              <a:rPr lang="en-GB" sz="2400" dirty="0"/>
              <a:t>	• Average Order Value</a:t>
            </a:r>
          </a:p>
          <a:p>
            <a:pPr marL="0" indent="0">
              <a:buNone/>
            </a:pPr>
            <a:r>
              <a:rPr lang="en-GB" sz="2400" dirty="0"/>
              <a:t>	• Sales by State</a:t>
            </a:r>
          </a:p>
          <a:p>
            <a:pPr marL="0" indent="0">
              <a:buNone/>
            </a:pPr>
            <a:r>
              <a:rPr lang="en-GB" sz="2400" dirty="0"/>
              <a:t>	• Profit by Month</a:t>
            </a:r>
          </a:p>
          <a:p>
            <a:pPr marL="0" indent="0">
              <a:buNone/>
            </a:pPr>
            <a:r>
              <a:rPr lang="en-GB" sz="2400" dirty="0"/>
              <a:t>	• Sales by Category</a:t>
            </a:r>
          </a:p>
          <a:p>
            <a:pPr marL="0" indent="0">
              <a:buNone/>
            </a:pPr>
            <a:r>
              <a:rPr lang="en-GB" sz="2400" dirty="0"/>
              <a:t>	• Payment Mode Distribution</a:t>
            </a:r>
          </a:p>
          <a:p>
            <a:endParaRPr lang="en-GB" sz="2400" dirty="0"/>
          </a:p>
          <a:p>
            <a:r>
              <a:rPr lang="en-GB" sz="2400" dirty="0"/>
              <a:t>These visualizations help stakeholders easily understand business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2109A-4089-4040-903E-7E3F1C00E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091" y="1266030"/>
            <a:ext cx="7882076" cy="48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The E-Commerce Sales Dashboard successfully </a:t>
            </a:r>
            <a:r>
              <a:rPr lang="en-GB" sz="2400" dirty="0" err="1"/>
              <a:t>analyzes</a:t>
            </a:r>
            <a:r>
              <a:rPr lang="en-GB" sz="2400" dirty="0"/>
              <a:t> sales data and presents it through interactive visualizations. The dashboard helps businesses identify top-performing states, profitable products, and customer purchasing patterns. Using Power BI enables faster decision-making and improves business strategy planning.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buNone/>
            </a:pPr>
            <a:r>
              <a:rPr lang="en-GB" sz="2400" dirty="0"/>
              <a:t>• Integrate real-time e-commerce data sources</a:t>
            </a:r>
          </a:p>
          <a:p>
            <a:pPr marL="0" indent="0">
              <a:buNone/>
            </a:pPr>
            <a:r>
              <a:rPr lang="en-GB" sz="2400" dirty="0"/>
              <a:t>• Apply machine learning models for sales prediction</a:t>
            </a:r>
          </a:p>
          <a:p>
            <a:pPr marL="0" indent="0">
              <a:buNone/>
            </a:pPr>
            <a:r>
              <a:rPr lang="en-GB" sz="2400" dirty="0"/>
              <a:t>• Add customer segmentation analysis</a:t>
            </a:r>
          </a:p>
          <a:p>
            <a:pPr marL="0" indent="0">
              <a:buNone/>
            </a:pPr>
            <a:r>
              <a:rPr lang="en-GB" sz="2400" dirty="0"/>
              <a:t>• Deploy dashboard on Power BI Service for online access</a:t>
            </a:r>
          </a:p>
          <a:p>
            <a:pPr marL="0" indent="0">
              <a:buNone/>
            </a:pPr>
            <a:r>
              <a:rPr lang="en-GB" sz="2400" dirty="0"/>
              <a:t>• Expand analysis with more advanced KPIs and forecasting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dirty="0"/>
              <a:t>1. Microsoft Power BI Documentation</a:t>
            </a:r>
          </a:p>
          <a:p>
            <a:pPr marL="0" indent="0">
              <a:buNone/>
            </a:pPr>
            <a:r>
              <a:rPr lang="en-IN" sz="2400" dirty="0"/>
              <a:t>2. Data Analytics and Business Intelligence resources</a:t>
            </a:r>
          </a:p>
          <a:p>
            <a:pPr marL="0" indent="0">
              <a:buNone/>
            </a:pPr>
            <a:r>
              <a:rPr lang="en-IN" sz="2400" dirty="0"/>
              <a:t>3. Kaggle E-commerce datasets</a:t>
            </a:r>
          </a:p>
          <a:p>
            <a:pPr marL="0" indent="0">
              <a:buNone/>
            </a:pPr>
            <a:r>
              <a:rPr lang="en-IN" sz="2400" dirty="0"/>
              <a:t>4. Power BI Learning Tutorials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GitHub Link: 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578</Words>
  <Application>Microsoft Office PowerPoint</Application>
  <PresentationFormat>Widescreen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Yashraj</cp:lastModifiedBy>
  <cp:revision>106</cp:revision>
  <dcterms:created xsi:type="dcterms:W3CDTF">2024-05-21T11:55:07Z</dcterms:created>
  <dcterms:modified xsi:type="dcterms:W3CDTF">2026-03-15T09:46:13Z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